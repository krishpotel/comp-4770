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6" r:id="rId5"/>
    <p:sldId id="257" r:id="rId6"/>
    <p:sldId id="258" r:id="rId7"/>
    <p:sldId id="259" r:id="rId8"/>
    <p:sldId id="260" r:id="rId9"/>
    <p:sldId id="266" r:id="rId10"/>
    <p:sldId id="261" r:id="rId11"/>
    <p:sldId id="262" r:id="rId12"/>
    <p:sldId id="263" r:id="rId13"/>
    <p:sldId id="265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2A132-A999-433E-A453-2B9FB69E0D22}" v="20" dt="2026-02-03T22:15:00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922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75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159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081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52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15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109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024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240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02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346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4C2FE-C52B-484A-BC27-B9E719853A1C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A3E47-06BA-4FE4-8B67-A262693C50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4676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E19F-B9C6-E283-A34B-61845E77F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Assignment 1</a:t>
            </a:r>
            <a:br>
              <a:rPr lang="en-US" dirty="0"/>
            </a:br>
            <a:r>
              <a:rPr lang="en-US" dirty="0"/>
              <a:t>Cleaner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8EFB9-AE1C-FA97-7ED5-A06EFDBB7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Comp-4770</a:t>
            </a:r>
          </a:p>
          <a:p>
            <a:pPr algn="l"/>
            <a:r>
              <a:rPr lang="en-US" dirty="0"/>
              <a:t>Krish Patel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5974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34E8-EFB2-4107-8C8A-3F35A491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</a:t>
            </a:r>
            <a:endParaRPr lang="en-CA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F269EC-BE7E-6D02-6FA8-3D83C9E145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Used an “Everything vision sensor”</a:t>
            </a:r>
          </a:p>
          <a:p>
            <a:r>
              <a:rPr lang="en-US" sz="2400" dirty="0"/>
              <a:t>Filters for all floors</a:t>
            </a:r>
          </a:p>
          <a:p>
            <a:pPr lvl="1"/>
            <a:r>
              <a:rPr lang="en-US" sz="1600" dirty="0"/>
              <a:t>Agent checks if the floor is dirty or not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AFCF5C9-A6C2-70FC-623D-4851B3277F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927D1A-D14C-D832-C66A-81302F589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6" r="7806"/>
          <a:stretch>
            <a:fillRect/>
          </a:stretch>
        </p:blipFill>
        <p:spPr>
          <a:xfrm>
            <a:off x="6693877" y="0"/>
            <a:ext cx="4736123" cy="31632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7F487A-0897-1B87-BBA3-C602AD97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521" y="3195938"/>
            <a:ext cx="2407417" cy="36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2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9CD1-9D13-6DED-1B9A-11F3A006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3629-A1DC-C6F2-B915-E9532F57DF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Actuator inherits the Kaiju Attack Actuator </a:t>
            </a:r>
          </a:p>
          <a:p>
            <a:r>
              <a:rPr lang="en-US" sz="2400" dirty="0"/>
              <a:t>Actuator is placed in front of the agent and turned 45 degrees</a:t>
            </a:r>
            <a:r>
              <a:rPr lang="en-US" sz="2000" dirty="0"/>
              <a:t> </a:t>
            </a:r>
          </a:p>
          <a:p>
            <a:r>
              <a:rPr lang="en-US" sz="2000" dirty="0"/>
              <a:t>Takes ¾ of a second to clean</a:t>
            </a:r>
          </a:p>
          <a:p>
            <a:r>
              <a:rPr lang="en-US" sz="2000" dirty="0"/>
              <a:t>Also has ¾ second cooldown</a:t>
            </a:r>
            <a:endParaRPr lang="en-CA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F0C18-F8A3-B48E-659E-B0DD0E411E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5476A0-EA90-B3C9-AE13-BBA6487C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196" y="0"/>
            <a:ext cx="4642544" cy="3098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D20106-4432-A38F-D1CA-C7CC6541C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70" y="3232942"/>
            <a:ext cx="426779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9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3BE3-C14B-2852-04A9-72CF5452A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Actuator Code</a:t>
            </a:r>
            <a:endParaRPr lang="en-C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1A4A8B-B18F-BBFC-3FB8-4B1935FF1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9697"/>
            <a:ext cx="8592335" cy="52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4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7D94-39F2-AC80-5453-05970253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99654"/>
            <a:ext cx="10515600" cy="1325563"/>
          </a:xfrm>
        </p:spPr>
        <p:txBody>
          <a:bodyPr/>
          <a:lstStyle/>
          <a:p>
            <a:r>
              <a:rPr lang="en-US" dirty="0"/>
              <a:t>Cleaner Agent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4C7B7-127A-4007-B3CA-1C49FC217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258" y="1141975"/>
            <a:ext cx="2789255" cy="4188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Basic FSM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34AE36-E5DA-5C41-B056-FB5EEE5A67B3}"/>
              </a:ext>
            </a:extLst>
          </p:cNvPr>
          <p:cNvGrpSpPr/>
          <p:nvPr/>
        </p:nvGrpSpPr>
        <p:grpSpPr>
          <a:xfrm>
            <a:off x="2989007" y="1425216"/>
            <a:ext cx="6983982" cy="4625819"/>
            <a:chOff x="4270441" y="1170601"/>
            <a:chExt cx="6154831" cy="410414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266EE84-968E-C5AF-930C-2DDD2D007682}"/>
                </a:ext>
              </a:extLst>
            </p:cNvPr>
            <p:cNvSpPr/>
            <p:nvPr/>
          </p:nvSpPr>
          <p:spPr>
            <a:xfrm>
              <a:off x="4270441" y="1232771"/>
              <a:ext cx="2049864" cy="11857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Look for closest point on path</a:t>
              </a:r>
              <a:endParaRPr lang="en-CA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C1AECB9-9A54-B697-F3C9-40DA1C7FB0AF}"/>
                </a:ext>
              </a:extLst>
            </p:cNvPr>
            <p:cNvSpPr/>
            <p:nvPr/>
          </p:nvSpPr>
          <p:spPr>
            <a:xfrm>
              <a:off x="8375408" y="1170601"/>
              <a:ext cx="2049864" cy="11857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Roomba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814CD06-F088-8BC8-0F5A-CC243E4F3761}"/>
                </a:ext>
              </a:extLst>
            </p:cNvPr>
            <p:cNvSpPr/>
            <p:nvPr/>
          </p:nvSpPr>
          <p:spPr>
            <a:xfrm>
              <a:off x="8375408" y="4089042"/>
              <a:ext cx="2049864" cy="11857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Move to Dirty Floor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40B2A2F-8846-F874-FC34-3DBBD0FF4F99}"/>
                </a:ext>
              </a:extLst>
            </p:cNvPr>
            <p:cNvSpPr/>
            <p:nvPr/>
          </p:nvSpPr>
          <p:spPr>
            <a:xfrm>
              <a:off x="4270441" y="4089042"/>
              <a:ext cx="2049864" cy="11857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Clean Floor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7701DDE-3788-BCC0-750C-AB2A31AB9921}"/>
                </a:ext>
              </a:extLst>
            </p:cNvPr>
            <p:cNvSpPr/>
            <p:nvPr/>
          </p:nvSpPr>
          <p:spPr>
            <a:xfrm>
              <a:off x="6320306" y="1509555"/>
              <a:ext cx="2049864" cy="50779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FF79207E-EF01-D11A-63ED-10DECD57AEAA}"/>
                </a:ext>
              </a:extLst>
            </p:cNvPr>
            <p:cNvSpPr/>
            <p:nvPr/>
          </p:nvSpPr>
          <p:spPr>
            <a:xfrm rot="5400000">
              <a:off x="8576179" y="2968779"/>
              <a:ext cx="1732734" cy="50779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993B9567-5977-2FEE-6494-C7E152800198}"/>
                </a:ext>
              </a:extLst>
            </p:cNvPr>
            <p:cNvSpPr/>
            <p:nvPr/>
          </p:nvSpPr>
          <p:spPr>
            <a:xfrm rot="10800000">
              <a:off x="6320306" y="4332850"/>
              <a:ext cx="2049864" cy="50779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704F7A6-5FA3-714A-C49F-15D337FB8097}"/>
                </a:ext>
              </a:extLst>
            </p:cNvPr>
            <p:cNvSpPr/>
            <p:nvPr/>
          </p:nvSpPr>
          <p:spPr>
            <a:xfrm rot="16200000">
              <a:off x="4361767" y="2999861"/>
              <a:ext cx="1670565" cy="50779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5F7B568-E47B-B143-3071-22114A3D47D4}"/>
              </a:ext>
            </a:extLst>
          </p:cNvPr>
          <p:cNvSpPr txBox="1"/>
          <p:nvPr/>
        </p:nvSpPr>
        <p:spPr>
          <a:xfrm>
            <a:off x="9145978" y="3366598"/>
            <a:ext cx="179732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/>
              <a:t>Sensor Found Dirty Floor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55A5A1-A0DD-B6DE-D362-047C0E9CE391}"/>
              </a:ext>
            </a:extLst>
          </p:cNvPr>
          <p:cNvSpPr txBox="1"/>
          <p:nvPr/>
        </p:nvSpPr>
        <p:spPr>
          <a:xfrm>
            <a:off x="1094619" y="3521795"/>
            <a:ext cx="2657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/>
              <a:t>Floor cleaned or failed to clean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9B1633-B0D2-01E4-631C-740526DE0F31}"/>
              </a:ext>
            </a:extLst>
          </p:cNvPr>
          <p:cNvGrpSpPr/>
          <p:nvPr/>
        </p:nvGrpSpPr>
        <p:grpSpPr>
          <a:xfrm rot="16200000">
            <a:off x="1829734" y="1447621"/>
            <a:ext cx="845574" cy="1467028"/>
            <a:chOff x="2022583" y="1508277"/>
            <a:chExt cx="845574" cy="14670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BAC456-4E8D-EEB8-AE69-0AE3E8ED5C48}"/>
                </a:ext>
              </a:extLst>
            </p:cNvPr>
            <p:cNvSpPr/>
            <p:nvPr/>
          </p:nvSpPr>
          <p:spPr>
            <a:xfrm>
              <a:off x="2022583" y="1508277"/>
              <a:ext cx="845574" cy="8052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CC65F0AB-ABA5-A862-9709-3E9F9CE0770B}"/>
                </a:ext>
              </a:extLst>
            </p:cNvPr>
            <p:cNvSpPr/>
            <p:nvPr/>
          </p:nvSpPr>
          <p:spPr>
            <a:xfrm rot="5400000">
              <a:off x="2106209" y="2459610"/>
              <a:ext cx="661828" cy="36956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89722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3069-44E4-584E-DE36-D16CD441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20" y="285482"/>
            <a:ext cx="10515600" cy="1325563"/>
          </a:xfrm>
        </p:spPr>
        <p:txBody>
          <a:bodyPr/>
          <a:lstStyle/>
          <a:p>
            <a:r>
              <a:rPr lang="en-CA" dirty="0"/>
              <a:t>What is Roomba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9218-C683-8E3D-5DCD-BDCF940E8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420" y="1486293"/>
            <a:ext cx="4110580" cy="4351338"/>
          </a:xfrm>
        </p:spPr>
        <p:txBody>
          <a:bodyPr/>
          <a:lstStyle/>
          <a:p>
            <a:r>
              <a:rPr lang="en-CA" dirty="0"/>
              <a:t>Agent follows the follow points like a Roomba</a:t>
            </a:r>
          </a:p>
          <a:p>
            <a:r>
              <a:rPr lang="en-CA" dirty="0"/>
              <a:t>Red cube to avoid edge case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0C1171-11C3-F3F6-89B3-44201D5B49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6854" t="6626" r="17517" b="6008"/>
          <a:stretch>
            <a:fillRect/>
          </a:stretch>
        </p:blipFill>
        <p:spPr>
          <a:xfrm>
            <a:off x="5260490" y="285482"/>
            <a:ext cx="5959736" cy="60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09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3457-7442-4121-ADF3-CFF871C3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Cleaner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0A42-7635-A0A9-74E1-C6EB0C8EA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4916" y="1852595"/>
            <a:ext cx="5181600" cy="4351338"/>
          </a:xfrm>
        </p:spPr>
        <p:txBody>
          <a:bodyPr>
            <a:normAutofit/>
          </a:bodyPr>
          <a:lstStyle/>
          <a:p>
            <a:r>
              <a:rPr lang="en-CA" sz="2400" dirty="0"/>
              <a:t>Cleaner inherits </a:t>
            </a:r>
            <a:r>
              <a:rPr lang="en-CA" sz="2400" dirty="0" err="1"/>
              <a:t>Kaijicontroller</a:t>
            </a:r>
            <a:r>
              <a:rPr lang="en-CA" sz="2400" dirty="0"/>
              <a:t> class</a:t>
            </a:r>
          </a:p>
          <a:p>
            <a:r>
              <a:rPr lang="en-CA" sz="2400" dirty="0"/>
              <a:t>Get all the points for the path following</a:t>
            </a:r>
          </a:p>
          <a:p>
            <a:r>
              <a:rPr lang="en-CA" sz="2400" dirty="0"/>
              <a:t>Setup sensors and actuators</a:t>
            </a:r>
          </a:p>
          <a:p>
            <a:r>
              <a:rPr lang="en-CA" sz="2400" dirty="0"/>
              <a:t>Enter the FSM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C5E2A-DDDE-5354-26B4-A782291B16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C969BB-B671-2DF1-4007-618EF651D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744" y="66449"/>
            <a:ext cx="6335009" cy="3248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A68A25-AFAB-4622-321B-C10FEABE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744" y="3142692"/>
            <a:ext cx="5858693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82A1-58D0-32AB-D2D0-0D233AAA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Seeking/Roomba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610B7-B5F8-ADF6-099F-FBF4FAA719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Seek to closest finds the closest point to the agent</a:t>
            </a:r>
          </a:p>
          <a:p>
            <a:r>
              <a:rPr lang="en-CA" sz="2400" dirty="0"/>
              <a:t>Roomba will go to the next point in the list and seeks to 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2872C4-8042-F0AF-1C78-8FD43FD757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1814" y="359194"/>
            <a:ext cx="4921986" cy="6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6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EB1D-DD76-6C47-CF95-AB2BB23A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OnMovementStopped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55AE-B67C-74BD-31F6-1FC332765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363" y="1537397"/>
            <a:ext cx="4491445" cy="4237631"/>
          </a:xfrm>
        </p:spPr>
        <p:txBody>
          <a:bodyPr>
            <a:normAutofit/>
          </a:bodyPr>
          <a:lstStyle/>
          <a:p>
            <a:r>
              <a:rPr lang="en-CA" sz="2400" dirty="0"/>
              <a:t>Agent Stops and cleans once its reached the tile (Enter cleaning state)</a:t>
            </a:r>
          </a:p>
          <a:p>
            <a:r>
              <a:rPr lang="en-CA" sz="2400" dirty="0"/>
              <a:t>Once the agent has </a:t>
            </a:r>
            <a:r>
              <a:rPr lang="en-CA" sz="2400" dirty="0" err="1"/>
              <a:t>seeked</a:t>
            </a:r>
            <a:r>
              <a:rPr lang="en-CA" sz="2400" dirty="0"/>
              <a:t> to a point it enters the Roomba state (Enter Roomba)</a:t>
            </a:r>
          </a:p>
          <a:p>
            <a:r>
              <a:rPr lang="en-CA" sz="2400" dirty="0"/>
              <a:t> If we are already </a:t>
            </a:r>
            <a:r>
              <a:rPr lang="en-CA" sz="2400" dirty="0" err="1"/>
              <a:t>roombaing</a:t>
            </a:r>
            <a:r>
              <a:rPr lang="en-CA" sz="2400" dirty="0"/>
              <a:t> we continue to Roomba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3B338A-57CD-DA21-4179-C29F7039E4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29645" y="1690688"/>
            <a:ext cx="6591698" cy="488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B959-E483-861F-22A1-D26C6E4B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OnSense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CA765-A700-933B-28C7-B97B926D6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741" y="1997747"/>
            <a:ext cx="4648200" cy="4351338"/>
          </a:xfrm>
        </p:spPr>
        <p:txBody>
          <a:bodyPr>
            <a:normAutofit/>
          </a:bodyPr>
          <a:lstStyle/>
          <a:p>
            <a:r>
              <a:rPr lang="en-CA" sz="2400" dirty="0"/>
              <a:t>Break out of the current state to go to seek to the closest tile</a:t>
            </a:r>
          </a:p>
          <a:p>
            <a:r>
              <a:rPr lang="en-CA" sz="2400" dirty="0"/>
              <a:t>Once there </a:t>
            </a:r>
            <a:r>
              <a:rPr lang="en-CA" sz="2400" dirty="0" err="1"/>
              <a:t>onMovementStopped</a:t>
            </a:r>
            <a:r>
              <a:rPr lang="en-CA" sz="2400" dirty="0"/>
              <a:t> takes over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A4791C-FB97-9FE9-FD1A-BA30124F5F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3738" y="1825625"/>
            <a:ext cx="6915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1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763E-14C4-3B72-B6EC-7DA913DC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Actuator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329338-BF56-3AA3-5EBB-EFE4B92C6F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54012" y="1833937"/>
            <a:ext cx="7600335" cy="3190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30125E-13EF-B761-6158-7DE9DA9DCD7F}"/>
              </a:ext>
            </a:extLst>
          </p:cNvPr>
          <p:cNvSpPr txBox="1"/>
          <p:nvPr/>
        </p:nvSpPr>
        <p:spPr>
          <a:xfrm>
            <a:off x="235974" y="1833937"/>
            <a:ext cx="4011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Once done cleaning (or failed) it makes its way back to </a:t>
            </a:r>
            <a:r>
              <a:rPr lang="en-CA" sz="2400" dirty="0" err="1"/>
              <a:t>roombaing</a:t>
            </a:r>
            <a:r>
              <a:rPr lang="en-CA" sz="2400" dirty="0"/>
              <a:t> by seeking the closest point first</a:t>
            </a:r>
          </a:p>
        </p:txBody>
      </p:sp>
    </p:spTree>
    <p:extLst>
      <p:ext uri="{BB962C8B-B14F-4D97-AF65-F5344CB8AC3E}">
        <p14:creationId xmlns:p14="http://schemas.microsoft.com/office/powerpoint/2010/main" val="353578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20FD-CE3E-FC62-DD06-08A71F46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Questions?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6AC02-E330-ABC2-A83B-FCE48F24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 probably forgot to talk about something</a:t>
            </a:r>
          </a:p>
        </p:txBody>
      </p:sp>
    </p:spTree>
    <p:extLst>
      <p:ext uri="{BB962C8B-B14F-4D97-AF65-F5344CB8AC3E}">
        <p14:creationId xmlns:p14="http://schemas.microsoft.com/office/powerpoint/2010/main" val="224921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55D460AE1471448D92D58A9C55FB3F" ma:contentTypeVersion="5" ma:contentTypeDescription="Create a new document." ma:contentTypeScope="" ma:versionID="95cc9bf24d4b6cf818714a63e2c6ae2c">
  <xsd:schema xmlns:xsd="http://www.w3.org/2001/XMLSchema" xmlns:xs="http://www.w3.org/2001/XMLSchema" xmlns:p="http://schemas.microsoft.com/office/2006/metadata/properties" xmlns:ns3="d781ba00-4a0c-4910-bcab-3b69aec733ac" targetNamespace="http://schemas.microsoft.com/office/2006/metadata/properties" ma:root="true" ma:fieldsID="a6b99fb2e049e837de364fcd90b17fc9" ns3:_="">
    <xsd:import namespace="d781ba00-4a0c-4910-bcab-3b69aec733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81ba00-4a0c-4910-bcab-3b69aec733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81ba00-4a0c-4910-bcab-3b69aec733ac" xsi:nil="true"/>
  </documentManagement>
</p:properties>
</file>

<file path=customXml/itemProps1.xml><?xml version="1.0" encoding="utf-8"?>
<ds:datastoreItem xmlns:ds="http://schemas.openxmlformats.org/officeDocument/2006/customXml" ds:itemID="{94474FB2-6BDB-4FBB-8529-67E9C014E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81ba00-4a0c-4910-bcab-3b69aec733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B359DD-BF5D-4404-A6BE-1941CBC382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A3DC5-EB1D-46A4-A219-C4F77EFF5E1E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d781ba00-4a0c-4910-bcab-3b69aec733a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245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Assignment 1 Cleaner</vt:lpstr>
      <vt:lpstr>Sensor</vt:lpstr>
      <vt:lpstr>Actuator</vt:lpstr>
      <vt:lpstr>Actuator Code</vt:lpstr>
      <vt:lpstr>Cleaner Agent</vt:lpstr>
      <vt:lpstr>What is Roomba</vt:lpstr>
      <vt:lpstr>Cleaner Agent</vt:lpstr>
      <vt:lpstr>Seeking/Roomba</vt:lpstr>
      <vt:lpstr>OnMovementStopped</vt:lpstr>
      <vt:lpstr>OnSense</vt:lpstr>
      <vt:lpstr>Actuator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 Patel</dc:creator>
  <cp:lastModifiedBy>Krish Patel</cp:lastModifiedBy>
  <cp:revision>2</cp:revision>
  <dcterms:created xsi:type="dcterms:W3CDTF">2026-02-03T20:58:21Z</dcterms:created>
  <dcterms:modified xsi:type="dcterms:W3CDTF">2026-02-05T22:01:02Z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0x0101003955D460AE1471448D92D58A9C55FB3F</vt:lpwstr>
  </property>
</Properties>
</file>